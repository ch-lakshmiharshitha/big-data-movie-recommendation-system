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Roshitha Chowdary" userId="889ef999acc3cdad" providerId="LiveId" clId="{ADFA82A4-D835-4C82-9596-371E93AE97F2}"/>
    <pc:docChg chg="custSel modSld">
      <pc:chgData name="M Roshitha Chowdary" userId="889ef999acc3cdad" providerId="LiveId" clId="{ADFA82A4-D835-4C82-9596-371E93AE97F2}" dt="2026-10-16T20:45:19.343" v="17" actId="478"/>
      <pc:docMkLst>
        <pc:docMk/>
      </pc:docMkLst>
      <pc:sldChg chg="delSp modSp mod">
        <pc:chgData name="M Roshitha Chowdary" userId="889ef999acc3cdad" providerId="LiveId" clId="{ADFA82A4-D835-4C82-9596-371E93AE97F2}" dt="2026-10-16T20:45:19.343" v="17" actId="478"/>
        <pc:sldMkLst>
          <pc:docMk/>
          <pc:sldMk cId="0" sldId="258"/>
        </pc:sldMkLst>
        <pc:spChg chg="del">
          <ac:chgData name="M Roshitha Chowdary" userId="889ef999acc3cdad" providerId="LiveId" clId="{ADFA82A4-D835-4C82-9596-371E93AE97F2}" dt="2026-10-16T20:45:04.805" v="10" actId="478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M Roshitha Chowdary" userId="889ef999acc3cdad" providerId="LiveId" clId="{ADFA82A4-D835-4C82-9596-371E93AE97F2}" dt="2026-10-16T20:44:46.188" v="2" actId="21"/>
          <ac:spMkLst>
            <pc:docMk/>
            <pc:sldMk cId="0" sldId="258"/>
            <ac:spMk id="5" creationId="{00000000-0000-0000-0000-000000000000}"/>
          </ac:spMkLst>
        </pc:spChg>
        <pc:spChg chg="del">
          <ac:chgData name="M Roshitha Chowdary" userId="889ef999acc3cdad" providerId="LiveId" clId="{ADFA82A4-D835-4C82-9596-371E93AE97F2}" dt="2026-10-16T20:45:08.322" v="11" actId="478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M Roshitha Chowdary" userId="889ef999acc3cdad" providerId="LiveId" clId="{ADFA82A4-D835-4C82-9596-371E93AE97F2}" dt="2026-10-16T20:44:55.002" v="4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M Roshitha Chowdary" userId="889ef999acc3cdad" providerId="LiveId" clId="{ADFA82A4-D835-4C82-9596-371E93AE97F2}" dt="2026-10-16T20:45:11.708" v="13" actId="478"/>
          <ac:spMkLst>
            <pc:docMk/>
            <pc:sldMk cId="0" sldId="258"/>
            <ac:spMk id="12" creationId="{00000000-0000-0000-0000-000000000000}"/>
          </ac:spMkLst>
        </pc:spChg>
        <pc:spChg chg="del mod">
          <ac:chgData name="M Roshitha Chowdary" userId="889ef999acc3cdad" providerId="LiveId" clId="{ADFA82A4-D835-4C82-9596-371E93AE97F2}" dt="2026-10-16T20:45:09.870" v="12" actId="478"/>
          <ac:spMkLst>
            <pc:docMk/>
            <pc:sldMk cId="0" sldId="258"/>
            <ac:spMk id="13" creationId="{00000000-0000-0000-0000-000000000000}"/>
          </ac:spMkLst>
        </pc:spChg>
        <pc:spChg chg="del mod">
          <ac:chgData name="M Roshitha Chowdary" userId="889ef999acc3cdad" providerId="LiveId" clId="{ADFA82A4-D835-4C82-9596-371E93AE97F2}" dt="2026-10-16T20:45:17.475" v="16" actId="478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M Roshitha Chowdary" userId="889ef999acc3cdad" providerId="LiveId" clId="{ADFA82A4-D835-4C82-9596-371E93AE97F2}" dt="2026-10-16T20:45:13.688" v="14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M Roshitha Chowdary" userId="889ef999acc3cdad" providerId="LiveId" clId="{ADFA82A4-D835-4C82-9596-371E93AE97F2}" dt="2026-10-16T20:45:19.343" v="17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M Roshitha Chowdary" userId="889ef999acc3cdad" providerId="LiveId" clId="{ADFA82A4-D835-4C82-9596-371E93AE97F2}" dt="2026-10-16T20:45:02.383" v="9" actId="478"/>
          <ac:spMkLst>
            <pc:docMk/>
            <pc:sldMk cId="0" sldId="258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06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 Movie Recommendation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FD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· Apache Spark · Spark MLlib ALS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large collection of historical movie ratings, learn from the known (user, movie, rating) records and recommend, for a chosen user, a short ranked list of unrated movies predicted to be rated highly.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260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D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about 25 million ratings from HDFS with Spark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D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unseen ratings and measure error on held-out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D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movies the user has already rated; show titles and genres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D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data and model behaviour through visualizations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stages; stages communicate through HDFS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508760" cy="1463040"/>
          </a:xfrm>
          <a:prstGeom prst="roundRect">
            <a:avLst>
              <a:gd name="adj" fmla="val 5000"/>
            </a:avLst>
          </a:prstGeom>
          <a:solidFill>
            <a:srgbClr val="DBE9F6"/>
          </a:solidFill>
          <a:ln w="12700">
            <a:solidFill>
              <a:srgbClr val="8A97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11480" y="14447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25M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920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ratings.csv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movies.csv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18288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084832" y="1371600"/>
            <a:ext cx="1508760" cy="1463040"/>
          </a:xfrm>
          <a:prstGeom prst="roundRect">
            <a:avLst>
              <a:gd name="adj" fmla="val 5000"/>
            </a:avLst>
          </a:prstGeom>
          <a:solidFill>
            <a:srgbClr val="D5ECD9"/>
          </a:solidFill>
          <a:ln w="12700">
            <a:solidFill>
              <a:srgbClr val="8A97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2130552" y="14447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30552" y="1920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hdfs://localhost:9000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/bigdata_project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75304" y="18288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803904" y="1371600"/>
            <a:ext cx="1508760" cy="1463040"/>
          </a:xfrm>
          <a:prstGeom prst="roundRect">
            <a:avLst>
              <a:gd name="adj" fmla="val 5000"/>
            </a:avLst>
          </a:prstGeom>
          <a:solidFill>
            <a:srgbClr val="FDEBC8"/>
          </a:solidFill>
          <a:ln w="12700">
            <a:solidFill>
              <a:srgbClr val="8A97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849624" y="14447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9624" y="1920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local[2]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294376" y="18288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522976" y="1371600"/>
            <a:ext cx="1508760" cy="1463040"/>
          </a:xfrm>
          <a:prstGeom prst="roundRect">
            <a:avLst>
              <a:gd name="adj" fmla="val 5000"/>
            </a:avLst>
          </a:prstGeom>
          <a:solidFill>
            <a:srgbClr val="F6D9D9"/>
          </a:solidFill>
          <a:ln w="12700">
            <a:solidFill>
              <a:srgbClr val="8A97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568696" y="14447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ALS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568696" y="1920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10 · 10 iter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regParam 0.1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13448" y="18288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242048" y="1371600"/>
            <a:ext cx="1508760" cy="1463040"/>
          </a:xfrm>
          <a:prstGeom prst="roundRect">
            <a:avLst>
              <a:gd name="adj" fmla="val 5000"/>
            </a:avLst>
          </a:prstGeom>
          <a:solidFill>
            <a:srgbClr val="E6DCF3"/>
          </a:solidFill>
          <a:ln w="12700">
            <a:solidFill>
              <a:srgbClr val="8A97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287768" y="14447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87768" y="1920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/ MAE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recs · charts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1089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02920" y="3200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53872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Spark local mode on a single WSL2 machine with HDFS as the storage layer. No multi-node cluster and no web front-end; recommendations are produced by a script and saved to HDFS as CSV.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0" y="310896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4709160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model hand-off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353872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ratings.csv (646.8 MB) and movies.csv (2.9 MB) in HDFS.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ALS model is saved to and loaded from HDFS; recommendations are written to /bigdata_project/output/.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PySpark script per stage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12344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ratings &amp; movies from HDFS; count records; show samples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9476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ALS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194767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80:20 split (seed 42); fit ALS on training part; save model to HDFS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66090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266090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split; predict on test set; drop rows without prediction; RMSE and MAE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37413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337413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candidates (N + 20); remove already-rated movies; join titles; save CSV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0873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788920" y="408736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distribution; top-10 most-rated; actual vs predicted (no training)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settings: rank 10 · maxIter 10 · regParam 0.1 · 20 user / 20 item blocks · nonnegative · coldStartStrategy = drop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shown in the project screenshots and scripts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94360" y="1371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64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25M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25,000,095 ratings, 162,541 users; movies.csv has 62,423 titles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383280" y="1371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664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fs.defaultFS = hdfs://localhost:9000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172200" y="1371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664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4.2.0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PySpark, Scala 2.13.18, master local[2]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9436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447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794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and RegressionEvaluator (RMSE, MAE)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338328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447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on WSL2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3794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OpenJDK 17.0.20.1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limits: 5 GB RAM, 2 GB swap, 4 processors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063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17220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3447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794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output via the Agg backend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13_visualize_25m_results.py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Rating distribu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19803"/>
            <a:ext cx="2743200" cy="16409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20040" y="367588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is the most frequent rating (about 6.6 M); 3.0 and 5.0 follow. Values are read from the chart.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23444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Top 10 most-rated movi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443119"/>
            <a:ext cx="2743200" cy="159432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4612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most-rated movies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246120" y="367588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 Gump and The Shawshank Redemption lead with roughly 81,000 ratings each. Counts show frequency, not quality.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72200" y="123444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Actual vs predicted rating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959" y="1234440"/>
            <a:ext cx="2025682" cy="20116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7220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ratings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172200" y="367588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of 5,000 test predictions. Predictions are pulled toward the middle of the scale.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3157"/>
          </a:solidFill>
          <a:ln w="1905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FD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0.8141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9601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3157"/>
          </a:solidFill>
          <a:ln w="1905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256032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FD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0.6327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3157"/>
          </a:solidFill>
          <a:ln w="1905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66344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FD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4,998,109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predictions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9601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3157"/>
          </a:solidFill>
          <a:ln w="1905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76656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FD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5,000,974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records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19456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built: HDFS → Spark → MLlib ALS → evaluation, recommendations, charts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 error is about 0.63 rating points (MAE); only 2,865 test rows (about 0.06%) had no prediction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lists generated for users 10 and 100 with already-rated movies removed; some predicted scores exceed 5.0, so they act as ranking scores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one ALS configuration, one 80:20 split, no ranking metric, single-machine local mode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parameter tuning, baseline comparison, ranking metrics, multi-node run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627</Words>
  <Application>Microsoft Office PowerPoint</Application>
  <PresentationFormat>On-screen Show (16:9)</PresentationFormat>
  <Paragraphs>96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MovieLens 25M Recommendation System</dc:title>
  <dc:subject>PptxGenJS Presentation</dc:subject>
  <dc:creator>PptxGenJS</dc:creator>
  <cp:lastModifiedBy>Lakshmi Harshitha Cheedella</cp:lastModifiedBy>
  <cp:revision>2</cp:revision>
  <dcterms:created xsi:type="dcterms:W3CDTF">2026-10-16T20:39:42Z</dcterms:created>
  <dcterms:modified xsi:type="dcterms:W3CDTF">2026-10-16T21:10:03Z</dcterms:modified>
</cp:coreProperties>
</file>